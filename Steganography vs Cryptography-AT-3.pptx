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96" y="1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33D1-61DF-4262-A5D9-1BDB0EAEE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C30DC-27C1-4488-87A2-D0D1C233B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F3F8-0CA7-4F8B-8A11-034E9221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820A-3D1A-417A-ABC6-CC2A778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F550-8436-4EF6-AF81-02AE4CA3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8184-396F-4014-95B9-2702BBDB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65A3-00DE-4DB1-A8F1-C0F2DD05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53CEC-5F97-454F-85A0-D9E16DE4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A2578-515A-4BF5-915B-5DFD7FB8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6008-9FF0-478E-B11E-5D56472F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6B43-B597-4415-B1C9-60149B29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68878-A60F-472F-BDBE-C47E5BD3D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2BE42-8473-4664-BE75-A925B38D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F6043-3941-40EA-84EA-65D34302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5FB1-BB33-4E0B-B5A6-7DBCAAD9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8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505D-C819-4314-80CB-AC82F44D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E548-C126-4224-9731-E8DCF99D6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72165-012E-4B07-B2D1-3BF7A9D3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792E2-802D-4E9B-9B0A-A5EC008E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CB287-6678-4566-A3B8-6CB6B061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7EAC7-57F9-49FD-B8E9-97421621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7969-1443-469F-8C9D-3C819612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BB01D-19BF-4737-8884-0D6B1F48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2EC7B-714C-425B-B2AF-69A987033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5491B-B7AF-4EBF-AAC5-9B7B2FF5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35E83-8862-4AD7-B8E7-CE767F2F8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8B2C6-70C1-4987-A39D-DB8C1330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F508E-53B3-40AA-A807-FD38111A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5CC07-0919-4ECA-B92A-C9162CA6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1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0A3C-677B-4555-9709-EDC97F47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9BF36-F311-4B0C-835F-E5202425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89024-7379-438F-90B0-C4958368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C07E6-6645-4006-AB72-B26FEA07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4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BAFAB-D01C-4515-9782-181CEB3D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FEAC4-B63D-486A-8C69-64E151AE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3F33-031E-409D-B8A2-E184CCB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9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5B88-A460-4000-813E-C3AD54BD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7ED6-97D9-452A-A627-159EDE24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CDA4C-84AB-4C92-996D-CB583F347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DFA27-F360-4C02-85EC-DF7F9C79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F3A83-D38A-4AFF-8CF8-7EA81EAE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2A166-3817-46A8-944C-898C853F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5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9674-1D98-4208-AE09-7D769BD0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A6C8E-A5E7-413F-8AFF-1E5287444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36B8A-1F86-4A2A-9B62-D017C7BFF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58307-DA76-41A5-A7EB-228C9C98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0A199-EC09-4881-A61A-2681F443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E135-769A-44C5-8C29-47348461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9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7330-0ED7-4487-9E16-6FD9B01A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ED296-A6C4-4214-A204-FD9AFA5E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5122-C598-416B-82BB-B23979E6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3E4C3-4062-45D5-9248-C252531E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A079C-9600-4AE2-82D2-94924B29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259E1-6F46-4F47-B0F7-A36AE247D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6746B-1AEC-4663-919E-97EBC1C53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4DB0C-4766-46D8-9651-F63F039A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D96B-C6B8-4F3B-AF32-2B9468AA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1AE35-5E5D-4A3A-A274-6A14D0D0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83E48-6EE0-4F73-866B-9730FD67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C693-348F-4192-A1BD-45B89D016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EF68-5FA3-45A9-B670-EE22AE214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381DE-68DE-4FB8-8221-B958ECFEF1F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7748D-333F-4FFE-8463-4E329F6F2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035B1-9390-4489-BF83-E6A114A42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9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4918-A4EF-4B6D-BBEB-99B694678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Cryptography: Hidden Security in the Digital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DC05E-36F6-4FB3-8596-D9D8602BE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1889"/>
            <a:ext cx="9144000" cy="2225674"/>
          </a:xfrm>
        </p:spPr>
        <p:txBody>
          <a:bodyPr/>
          <a:lstStyle/>
          <a:p>
            <a:r>
              <a:rPr lang="en-US"/>
              <a:t>Nirmal Kasi</a:t>
            </a:r>
            <a:br>
              <a:rPr lang="en-US"/>
            </a:br>
            <a:r>
              <a:rPr lang="en-US"/>
              <a:t>192424248</a:t>
            </a:r>
          </a:p>
          <a:p>
            <a:r>
              <a:rPr lang="en-US"/>
              <a:t>B.Tech Artificial Intelligence And Data Science</a:t>
            </a:r>
          </a:p>
        </p:txBody>
      </p:sp>
    </p:spTree>
    <p:extLst>
      <p:ext uri="{BB962C8B-B14F-4D97-AF65-F5344CB8AC3E}">
        <p14:creationId xmlns:p14="http://schemas.microsoft.com/office/powerpoint/2010/main" val="63350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1CB7-8409-46E5-AA3B-804953FB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4F18-7846-4113-9D7F-011A3984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Information Security?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is the process of protecting digital information from unauthorized access, modification, or theft.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Two important techniques used are: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- Hides the meaning of data by encrypting it.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- Hides the existence of the data itself.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both techniques work, compare them, and identify their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2899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B0364-D036-4F5D-A90A-B38DD2F1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D193-B83D-489A-8E61-5B13AACE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151"/>
            <a:ext cx="10515600" cy="17838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the science of converting readable information (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into unreadable information (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using encryption algorithms.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01151-37CE-4AB4-9887-A2270D961497}"/>
              </a:ext>
            </a:extLst>
          </p:cNvPr>
          <p:cNvSpPr/>
          <p:nvPr/>
        </p:nvSpPr>
        <p:spPr>
          <a:xfrm>
            <a:off x="1327484" y="3475167"/>
            <a:ext cx="2887579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 + Key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Decryption Key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Original Plaintext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94995-9C66-481B-BA79-92860447347B}"/>
              </a:ext>
            </a:extLst>
          </p:cNvPr>
          <p:cNvSpPr/>
          <p:nvPr/>
        </p:nvSpPr>
        <p:spPr>
          <a:xfrm>
            <a:off x="5061284" y="3429000"/>
            <a:ext cx="20694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0D0B9-2A26-44F5-999C-A980006C6789}"/>
              </a:ext>
            </a:extLst>
          </p:cNvPr>
          <p:cNvSpPr/>
          <p:nvPr/>
        </p:nvSpPr>
        <p:spPr>
          <a:xfrm>
            <a:off x="7976937" y="3429000"/>
            <a:ext cx="1387641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b="1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AES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ECC</a:t>
            </a:r>
          </a:p>
        </p:txBody>
      </p:sp>
    </p:spTree>
    <p:extLst>
      <p:ext uri="{BB962C8B-B14F-4D97-AF65-F5344CB8AC3E}">
        <p14:creationId xmlns:p14="http://schemas.microsoft.com/office/powerpoint/2010/main" val="20679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6453-4051-4374-A5C4-718FC293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219C-728F-402F-B950-80ACFB8C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123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Cryptography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Same key is used for encryption and decryption.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Very fast.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files. 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AES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Blowfish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CA96-A83C-41E2-9DCD-9C41ACD3902B}"/>
              </a:ext>
            </a:extLst>
          </p:cNvPr>
          <p:cNvSpPr/>
          <p:nvPr/>
        </p:nvSpPr>
        <p:spPr>
          <a:xfrm>
            <a:off x="6096000" y="1690688"/>
            <a:ext cx="5257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Asymmetric Key Cryptography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Uses two keys: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Public Key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ECC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Secure key exchange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</a:t>
            </a:r>
          </a:p>
        </p:txBody>
      </p:sp>
    </p:spTree>
    <p:extLst>
      <p:ext uri="{BB962C8B-B14F-4D97-AF65-F5344CB8AC3E}">
        <p14:creationId xmlns:p14="http://schemas.microsoft.com/office/powerpoint/2010/main" val="319491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6580-20D7-4CCA-8CD1-80ECB0D3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Cryptography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8E34B-BC77-4436-A19E-8DAB788D4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Hash Functions</a:t>
            </a:r>
          </a:p>
          <a:p>
            <a:r>
              <a:rPr lang="en-US"/>
              <a:t>One-way mathematical functions </a:t>
            </a:r>
          </a:p>
          <a:p>
            <a:r>
              <a:rPr lang="en-US"/>
              <a:t>Cannot be decrypted </a:t>
            </a:r>
          </a:p>
          <a:p>
            <a:r>
              <a:rPr lang="en-US"/>
              <a:t>Used for password storage and integrity verification </a:t>
            </a:r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SHA-256 </a:t>
            </a:r>
          </a:p>
          <a:p>
            <a:r>
              <a:rPr lang="en-US"/>
              <a:t>SHA-3 </a:t>
            </a:r>
          </a:p>
          <a:p>
            <a:r>
              <a:rPr lang="en-US"/>
              <a:t>MD5 (obsolete)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3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BCB5-0FDE-4C47-9606-1A35A8D4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2E4A-2408-4945-9DB7-A5E44AC9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241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/>
              <a:t>Definition</a:t>
            </a:r>
          </a:p>
          <a:p>
            <a:r>
              <a:rPr lang="en-US"/>
              <a:t>Steganography is the technique of hiding secret information inside another file without changing its visible appearance.</a:t>
            </a:r>
          </a:p>
          <a:p>
            <a:pPr marL="0" indent="0">
              <a:buNone/>
            </a:pPr>
            <a:r>
              <a:rPr lang="en-US"/>
              <a:t>The hidden message may be placed inside:</a:t>
            </a:r>
          </a:p>
          <a:p>
            <a:r>
              <a:rPr lang="en-US"/>
              <a:t>Images </a:t>
            </a:r>
          </a:p>
          <a:p>
            <a:r>
              <a:rPr lang="en-US"/>
              <a:t>Audio files </a:t>
            </a:r>
          </a:p>
          <a:p>
            <a:r>
              <a:rPr lang="en-US"/>
              <a:t>Videos </a:t>
            </a:r>
          </a:p>
          <a:p>
            <a:r>
              <a:rPr lang="en-US"/>
              <a:t>Text files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8300E-19E1-4028-8C74-C9AFDB19DCAD}"/>
              </a:ext>
            </a:extLst>
          </p:cNvPr>
          <p:cNvSpPr/>
          <p:nvPr/>
        </p:nvSpPr>
        <p:spPr>
          <a:xfrm>
            <a:off x="7090611" y="1585248"/>
            <a:ext cx="426318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/>
              <a:t>Example</a:t>
            </a:r>
          </a:p>
          <a:p>
            <a:pPr algn="ctr"/>
            <a:r>
              <a:rPr lang="en-US" sz="2800"/>
              <a:t>Original Image</a:t>
            </a:r>
            <a:br>
              <a:rPr lang="en-US" sz="2800"/>
            </a:br>
            <a:r>
              <a:rPr lang="en-US" sz="2800"/>
              <a:t>↓</a:t>
            </a:r>
          </a:p>
          <a:p>
            <a:pPr algn="ctr"/>
            <a:r>
              <a:rPr lang="en-US" sz="2800"/>
              <a:t>Hidden Secret Message</a:t>
            </a:r>
            <a:br>
              <a:rPr lang="en-US" sz="2800"/>
            </a:br>
            <a:r>
              <a:rPr lang="en-US" sz="2800"/>
              <a:t>↓</a:t>
            </a:r>
          </a:p>
          <a:p>
            <a:pPr algn="ctr"/>
            <a:r>
              <a:rPr lang="en-US" sz="2800"/>
              <a:t>Stego Image (Looks identical to the original image)</a:t>
            </a:r>
          </a:p>
          <a:p>
            <a:pPr algn="ctr"/>
            <a:r>
              <a:rPr lang="en-US" sz="2800"/>
              <a:t>An attacker usually doesn't realize any secret information exists.</a:t>
            </a:r>
          </a:p>
        </p:txBody>
      </p:sp>
    </p:spTree>
    <p:extLst>
      <p:ext uri="{BB962C8B-B14F-4D97-AF65-F5344CB8AC3E}">
        <p14:creationId xmlns:p14="http://schemas.microsoft.com/office/powerpoint/2010/main" val="210862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242-AE1B-4043-9413-34216C1A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0763-3B98-45EE-9966-436E72954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268"/>
            <a:ext cx="5257800" cy="1603375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hidden in image pixels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Least Significant Bit (LSB)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B08C6-B8B0-444A-AE14-D25B0ACE364A}"/>
              </a:ext>
            </a:extLst>
          </p:cNvPr>
          <p:cNvSpPr/>
          <p:nvPr/>
        </p:nvSpPr>
        <p:spPr>
          <a:xfrm>
            <a:off x="6096000" y="1670268"/>
            <a:ext cx="5257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Audio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data hidden inside sound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humans to notice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9A2169-45CB-4567-A90A-F7B8517E9327}"/>
              </a:ext>
            </a:extLst>
          </p:cNvPr>
          <p:cNvSpPr/>
          <p:nvPr/>
        </p:nvSpPr>
        <p:spPr>
          <a:xfrm>
            <a:off x="838200" y="3273643"/>
            <a:ext cx="5257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Audio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data hidden inside sound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humans to notice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B2801-B59A-42B8-B2AC-0FC3BEC771D8}"/>
              </a:ext>
            </a:extLst>
          </p:cNvPr>
          <p:cNvSpPr/>
          <p:nvPr/>
        </p:nvSpPr>
        <p:spPr>
          <a:xfrm>
            <a:off x="6096000" y="3035131"/>
            <a:ext cx="52578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Uses spaces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Invisible characters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Font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Word positioning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CCB87-0761-42A3-BAE3-676A36783DA7}"/>
              </a:ext>
            </a:extLst>
          </p:cNvPr>
          <p:cNvSpPr/>
          <p:nvPr/>
        </p:nvSpPr>
        <p:spPr>
          <a:xfrm>
            <a:off x="838200" y="4578786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b="1"/>
              <a:t>Network Steganography</a:t>
            </a:r>
          </a:p>
          <a:p>
            <a:r>
              <a:rPr lang="en-US" sz="2600"/>
              <a:t>Hides information inside: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TCP packets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IP headers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Network protocols</a:t>
            </a:r>
          </a:p>
        </p:txBody>
      </p:sp>
    </p:spTree>
    <p:extLst>
      <p:ext uri="{BB962C8B-B14F-4D97-AF65-F5344CB8AC3E}">
        <p14:creationId xmlns:p14="http://schemas.microsoft.com/office/powerpoint/2010/main" val="11836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C0E1-2663-4D0A-8C86-97EC9976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A9D3E8-246E-421F-91F1-EF03D6346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40243"/>
              </p:ext>
            </p:extLst>
          </p:nvPr>
        </p:nvGraphicFramePr>
        <p:xfrm>
          <a:off x="838200" y="1690688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827416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59513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9044683"/>
                    </a:ext>
                  </a:extLst>
                </a:gridCol>
              </a:tblGrid>
              <a:tr h="356614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Cryptography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Steganography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496011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Hide data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Hide data existence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870210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Encrypted data is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Hidden data is invisible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95858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141702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Easy to detect encrypted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 to detect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368798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Data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by cover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740533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Best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Secret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17967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997145B-5E91-4C6D-924C-651C4672F148}"/>
              </a:ext>
            </a:extLst>
          </p:cNvPr>
          <p:cNvSpPr/>
          <p:nvPr/>
        </p:nvSpPr>
        <p:spPr>
          <a:xfrm>
            <a:off x="2743200" y="4399994"/>
            <a:ext cx="67056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</a:t>
            </a:r>
          </a:p>
          <a:p>
            <a:pPr algn="just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Combine both techniques:</a:t>
            </a:r>
          </a:p>
          <a:p>
            <a:pPr algn="just"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Encrypt the message. </a:t>
            </a:r>
          </a:p>
          <a:p>
            <a:pPr algn="just"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Hide the encrypted message inside an image. </a:t>
            </a:r>
          </a:p>
          <a:p>
            <a:pPr algn="just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two layers of security.</a:t>
            </a:r>
          </a:p>
        </p:txBody>
      </p:sp>
    </p:spTree>
    <p:extLst>
      <p:ext uri="{BB962C8B-B14F-4D97-AF65-F5344CB8AC3E}">
        <p14:creationId xmlns:p14="http://schemas.microsoft.com/office/powerpoint/2010/main" val="4345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B023-7E13-4925-A70D-15DB0AFA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C78A-1C03-491A-A6DD-B7036C9A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HTTPS Websites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Email Security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VPN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84B818-19DC-40F7-8AE6-DB2F53DD7701}"/>
              </a:ext>
            </a:extLst>
          </p:cNvPr>
          <p:cNvSpPr/>
          <p:nvPr/>
        </p:nvSpPr>
        <p:spPr>
          <a:xfrm>
            <a:off x="6096000" y="1825625"/>
            <a:ext cx="5257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Copyright protection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Digital watermarking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agencies</a:t>
            </a:r>
          </a:p>
        </p:txBody>
      </p:sp>
    </p:spTree>
    <p:extLst>
      <p:ext uri="{BB962C8B-B14F-4D97-AF65-F5344CB8AC3E}">
        <p14:creationId xmlns:p14="http://schemas.microsoft.com/office/powerpoint/2010/main" val="225732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6095-9BA4-4A31-9F11-057C7448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F64A0-0DB0-4218-B04D-818B706F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Very secure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Widely accepted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authentication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confidentiality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attracts attention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 management is difficult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overhead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D3BB6-3173-4ADC-BA21-40E085CCC806}"/>
              </a:ext>
            </a:extLst>
          </p:cNvPr>
          <p:cNvSpPr/>
          <p:nvPr/>
        </p:nvSpPr>
        <p:spPr>
          <a:xfrm>
            <a:off x="6096000" y="1825625"/>
            <a:ext cx="52578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Hidden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Maintains normal appearance </a:t>
            </a:r>
          </a:p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Limited storage capacity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Can be destroyed by image compression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Easier to break if discovered</a:t>
            </a:r>
          </a:p>
        </p:txBody>
      </p:sp>
    </p:spTree>
    <p:extLst>
      <p:ext uri="{BB962C8B-B14F-4D97-AF65-F5344CB8AC3E}">
        <p14:creationId xmlns:p14="http://schemas.microsoft.com/office/powerpoint/2010/main" val="1496109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91BE-9027-4644-9D3A-4444AF5C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AB618-68FC-4147-B7E4-0E7D70598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7651" y="2382559"/>
            <a:ext cx="965669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the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protects the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play an essential role in modern cybersecurity.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cryptography and steganography together provides stronger security than using either one alone. </a:t>
            </a:r>
          </a:p>
        </p:txBody>
      </p:sp>
    </p:spTree>
    <p:extLst>
      <p:ext uri="{BB962C8B-B14F-4D97-AF65-F5344CB8AC3E}">
        <p14:creationId xmlns:p14="http://schemas.microsoft.com/office/powerpoint/2010/main" val="166379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4105</TotalTime>
  <Words>542</Words>
  <Application>Microsoft Office PowerPoint</Application>
  <PresentationFormat>Widescreen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Steganography vs Cryptography: Hidden Security in the Digital World</vt:lpstr>
      <vt:lpstr>Introduction</vt:lpstr>
      <vt:lpstr>What is Cryptography?</vt:lpstr>
      <vt:lpstr>Types of Cryptography</vt:lpstr>
      <vt:lpstr>Types of Cryptography</vt:lpstr>
      <vt:lpstr>What is Steganography</vt:lpstr>
      <vt:lpstr>Types of Steganography</vt:lpstr>
      <vt:lpstr>Steganography vs Cryptography</vt:lpstr>
      <vt:lpstr>Applications</vt:lpstr>
      <vt:lpstr>Advantages and Limitations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Cryptography: Hidden Security in the Digital World</dc:title>
  <dc:creator>cryo zero</dc:creator>
  <cp:lastModifiedBy>cryo zero</cp:lastModifiedBy>
  <cp:revision>1</cp:revision>
  <dcterms:created xsi:type="dcterms:W3CDTF">2026-07-17T06:19:42Z</dcterms:created>
  <dcterms:modified xsi:type="dcterms:W3CDTF">2026-07-20T02:44:59Z</dcterms:modified>
</cp:coreProperties>
</file>