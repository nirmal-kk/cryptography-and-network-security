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433D1-61DF-4262-A5D9-1BDB0EAEE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C30DC-27C1-4488-87A2-D0D1C233B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EF3F8-0CA7-4F8B-8A11-034E92215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D820A-3D1A-417A-ABC6-CC2A778E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7F550-8436-4EF6-AF81-02AE4CA3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01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A8184-396F-4014-95B9-2702BBDB2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865A3-00DE-4DB1-A8F1-C0F2DD058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53CEC-5F97-454F-85A0-D9E16DE4D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A2578-515A-4BF5-915B-5DFD7FB8C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56008-9FF0-478E-B11E-5D56472F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26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6B43-B597-4415-B1C9-60149B297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68878-A60F-472F-BDBE-C47E5BD3D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2BE42-8473-4664-BE75-A925B38DD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F6043-3941-40EA-84EA-65D34302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25FB1-BB33-4E0B-B5A6-7DBCAAD9B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87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4505D-C819-4314-80CB-AC82F44D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2E548-C126-4224-9731-E8DCF99D6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72165-012E-4B07-B2D1-3BF7A9D35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792E2-802D-4E9B-9B0A-A5EC008EE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CB287-6678-4566-A3B8-6CB6B061F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7EAC7-57F9-49FD-B8E9-974216213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9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7969-1443-469F-8C9D-3C8196122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BB01D-19BF-4737-8884-0D6B1F481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2EC7B-714C-425B-B2AF-69A987033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95491B-B7AF-4EBF-AAC5-9B7B2FF5F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935E83-8862-4AD7-B8E7-CE767F2F8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E8B2C6-70C1-4987-A39D-DB8C13305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F508E-53B3-40AA-A807-FD38111A8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65CC07-0919-4ECA-B92A-C9162CA6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12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60A3C-677B-4555-9709-EDC97F47F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9BF36-F311-4B0C-835F-E52024256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89024-7379-438F-90B0-C4958368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C07E6-6645-4006-AB72-B26FEA07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49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BBAFAB-D01C-4515-9782-181CEB3D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FEAC4-B63D-486A-8C69-64E151AE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63F33-031E-409D-B8A2-E184CCB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9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5B88-A460-4000-813E-C3AD54BD0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67ED6-97D9-452A-A627-159EDE241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CDA4C-84AB-4C92-996D-CB583F347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DFA27-F360-4C02-85EC-DF7F9C79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F3A83-D38A-4AFF-8CF8-7EA81EAE5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2A166-3817-46A8-944C-898C853F2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56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F9674-1D98-4208-AE09-7D769BD05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5A6C8E-A5E7-413F-8AFF-1E52874449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36B8A-1F86-4A2A-9B62-D017C7BFF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58307-DA76-41A5-A7EB-228C9C98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0A199-EC09-4881-A61A-2681F443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7E135-769A-44C5-8C29-473484611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9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7330-0ED7-4487-9E16-6FD9B01A8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7ED296-A6C4-4214-A204-FD9AFA5E9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95122-C598-416B-82BB-B23979E61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3E4C3-4062-45D5-9248-C252531E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A079C-9600-4AE2-82D2-94924B29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69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6259E1-6F46-4F47-B0F7-A36AE247D5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6746B-1AEC-4663-919E-97EBC1C53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4DB0C-4766-46D8-9651-F63F039A6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81DE-68DE-4FB8-8221-B958ECFEF1F9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AD96B-C6B8-4F3B-AF32-2B9468AA5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1AE35-5E5D-4A3A-A274-6A14D0D0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3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183E48-6EE0-4F73-866B-9730FD678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BC693-348F-4192-A1BD-45B89D016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CEF68-5FA3-45A9-B670-EE22AE214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381DE-68DE-4FB8-8221-B958ECFEF1F9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7748D-333F-4FFE-8463-4E329F6F2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035B1-9390-4489-BF83-E6A114A42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56C9B-6EB3-489E-81A1-C457476D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9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54918-A4EF-4B6D-BBEB-99B6946783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 vs Cryptography: Hidden Security in the Digital World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8DC05E-36F6-4FB3-8596-D9D8602BE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71889"/>
            <a:ext cx="9144000" cy="1832440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Nirmal Kasi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192424248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B.Tech Artificial Intelligence And Data Science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CSA5112 Cryptography And 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633501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F1CB7-8409-46E5-AA3B-804953FB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64F18-7846-4113-9D7F-011A3984E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is Information Security?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 is the process of protecting digital information from unauthorized access, modification, or theft.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Two important techniques used are: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- Hides the meaning of data by encrypting it. 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- Hides the existence of the data itself. 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both techniques work, compare them, and identify their real-world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528998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B0364-D036-4F5D-A90A-B38DD2F1F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is Cryptography?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AD193-B83D-489A-8E61-5B13AACEE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151"/>
            <a:ext cx="10515600" cy="178384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is the science of converting readable information (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 into unreadable information (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 using encryption algorithms.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101151-37CE-4AB4-9887-A2270D961497}"/>
              </a:ext>
            </a:extLst>
          </p:cNvPr>
          <p:cNvSpPr/>
          <p:nvPr/>
        </p:nvSpPr>
        <p:spPr>
          <a:xfrm>
            <a:off x="1327484" y="3475167"/>
            <a:ext cx="2887579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Algorithm + Key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Decryption Key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Original Plaintext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D94995-9C66-481B-BA79-92860447347B}"/>
              </a:ext>
            </a:extLst>
          </p:cNvPr>
          <p:cNvSpPr/>
          <p:nvPr/>
        </p:nvSpPr>
        <p:spPr>
          <a:xfrm>
            <a:off x="5061284" y="3429000"/>
            <a:ext cx="2069432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Integrity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Non-repudiation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60D0B9-2A26-44F5-999C-A980006C6789}"/>
              </a:ext>
            </a:extLst>
          </p:cNvPr>
          <p:cNvSpPr/>
          <p:nvPr/>
        </p:nvSpPr>
        <p:spPr>
          <a:xfrm>
            <a:off x="7976937" y="3429000"/>
            <a:ext cx="1387641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b="1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AES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RSA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DES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ECC</a:t>
            </a:r>
          </a:p>
        </p:txBody>
      </p:sp>
    </p:spTree>
    <p:extLst>
      <p:ext uri="{BB962C8B-B14F-4D97-AF65-F5344CB8AC3E}">
        <p14:creationId xmlns:p14="http://schemas.microsoft.com/office/powerpoint/2010/main" val="206790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26453-4051-4374-A5C4-718FC293A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Types of 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1219C-728F-402F-B950-80ACFB8C1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1123"/>
            <a:ext cx="52578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Symmetric Key Cryptography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Same key is used for encryption and decryption.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Very fast.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 files. 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AES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Blowfish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A1CA96-A83C-41E2-9DCD-9C41ACD3902B}"/>
              </a:ext>
            </a:extLst>
          </p:cNvPr>
          <p:cNvSpPr/>
          <p:nvPr/>
        </p:nvSpPr>
        <p:spPr>
          <a:xfrm>
            <a:off x="6096000" y="1690688"/>
            <a:ext cx="52578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Asymmetric Key Cryptography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Uses two keys: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Public Key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Private Key 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RSA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ECC 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Secure key exchange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 </a:t>
            </a:r>
          </a:p>
        </p:txBody>
      </p:sp>
    </p:spTree>
    <p:extLst>
      <p:ext uri="{BB962C8B-B14F-4D97-AF65-F5344CB8AC3E}">
        <p14:creationId xmlns:p14="http://schemas.microsoft.com/office/powerpoint/2010/main" val="3194911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26580-20D7-4CCA-8CD1-80ECB0D31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Types of Cryptography</a:t>
            </a:r>
            <a:endParaRPr lang="en-US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8E34B-BC77-4436-A19E-8DAB788D4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Hash Functions</a:t>
            </a:r>
          </a:p>
          <a:p>
            <a:r>
              <a:rPr lang="en-US"/>
              <a:t>One-way mathematical functions </a:t>
            </a:r>
          </a:p>
          <a:p>
            <a:r>
              <a:rPr lang="en-US"/>
              <a:t>Cannot be decrypted </a:t>
            </a:r>
          </a:p>
          <a:p>
            <a:r>
              <a:rPr lang="en-US"/>
              <a:t>Used for password storage and integrity verification </a:t>
            </a:r>
          </a:p>
          <a:p>
            <a:pPr marL="0" indent="0">
              <a:buNone/>
            </a:pPr>
            <a:r>
              <a:rPr lang="en-US"/>
              <a:t>Examples</a:t>
            </a:r>
          </a:p>
          <a:p>
            <a:r>
              <a:rPr lang="en-US"/>
              <a:t>SHA-256 </a:t>
            </a:r>
          </a:p>
          <a:p>
            <a:r>
              <a:rPr lang="en-US"/>
              <a:t>SHA-3 </a:t>
            </a:r>
          </a:p>
          <a:p>
            <a:r>
              <a:rPr lang="en-US"/>
              <a:t>MD5 (obsolete)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39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BCB5-0FDE-4C47-9606-1A35A8D43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is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F2E4A-2408-4945-9DB7-A5E44AC9F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52411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/>
              <a:t>Definition</a:t>
            </a:r>
          </a:p>
          <a:p>
            <a:r>
              <a:rPr lang="en-US"/>
              <a:t>Steganography is the technique of hiding secret information inside another file without changing its visible appearance.</a:t>
            </a:r>
          </a:p>
          <a:p>
            <a:pPr marL="0" indent="0">
              <a:buNone/>
            </a:pPr>
            <a:r>
              <a:rPr lang="en-US"/>
              <a:t>The hidden message may be placed inside:</a:t>
            </a:r>
          </a:p>
          <a:p>
            <a:r>
              <a:rPr lang="en-US"/>
              <a:t>Images </a:t>
            </a:r>
          </a:p>
          <a:p>
            <a:r>
              <a:rPr lang="en-US"/>
              <a:t>Audio files </a:t>
            </a:r>
          </a:p>
          <a:p>
            <a:r>
              <a:rPr lang="en-US"/>
              <a:t>Videos </a:t>
            </a:r>
          </a:p>
          <a:p>
            <a:r>
              <a:rPr lang="en-US"/>
              <a:t>Text files</a:t>
            </a:r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38300E-19E1-4028-8C74-C9AFDB19DCAD}"/>
              </a:ext>
            </a:extLst>
          </p:cNvPr>
          <p:cNvSpPr/>
          <p:nvPr/>
        </p:nvSpPr>
        <p:spPr>
          <a:xfrm>
            <a:off x="7090611" y="1585248"/>
            <a:ext cx="426318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/>
              <a:t>Example</a:t>
            </a:r>
          </a:p>
          <a:p>
            <a:pPr algn="ctr"/>
            <a:r>
              <a:rPr lang="en-US" sz="2800"/>
              <a:t>Original Image</a:t>
            </a:r>
            <a:br>
              <a:rPr lang="en-US" sz="2800"/>
            </a:br>
            <a:r>
              <a:rPr lang="en-US" sz="2800"/>
              <a:t>↓</a:t>
            </a:r>
          </a:p>
          <a:p>
            <a:pPr algn="ctr"/>
            <a:r>
              <a:rPr lang="en-US" sz="2800"/>
              <a:t>Hidden Secret Message</a:t>
            </a:r>
            <a:br>
              <a:rPr lang="en-US" sz="2800"/>
            </a:br>
            <a:r>
              <a:rPr lang="en-US" sz="2800"/>
              <a:t>↓</a:t>
            </a:r>
          </a:p>
          <a:p>
            <a:pPr algn="ctr"/>
            <a:r>
              <a:rPr lang="en-US" sz="2800"/>
              <a:t>Stego Image (Looks identical to the original image)</a:t>
            </a:r>
          </a:p>
          <a:p>
            <a:pPr algn="ctr"/>
            <a:r>
              <a:rPr lang="en-US" sz="2800"/>
              <a:t>An attacker usually doesn't realize any secret information exists.</a:t>
            </a:r>
          </a:p>
        </p:txBody>
      </p:sp>
    </p:spTree>
    <p:extLst>
      <p:ext uri="{BB962C8B-B14F-4D97-AF65-F5344CB8AC3E}">
        <p14:creationId xmlns:p14="http://schemas.microsoft.com/office/powerpoint/2010/main" val="210862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3242-AE1B-4043-9413-34216C1A6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Types of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D0763-3B98-45EE-9966-436E72954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0268"/>
            <a:ext cx="5257800" cy="1603375"/>
          </a:xfrm>
        </p:spPr>
        <p:txBody>
          <a:bodyPr>
            <a:normAutofit fontScale="92500" lnSpcReduction="20000"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Image Steganography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Most commonly used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hidden in image pixels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Uses Least Significant Bit (LSB)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0B08C6-B8B0-444A-AE14-D25B0ACE364A}"/>
              </a:ext>
            </a:extLst>
          </p:cNvPr>
          <p:cNvSpPr/>
          <p:nvPr/>
        </p:nvSpPr>
        <p:spPr>
          <a:xfrm>
            <a:off x="6096000" y="1670268"/>
            <a:ext cx="52578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Audio Steganography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Secret data hidden inside sound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Difficult for humans to notice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9A2169-45CB-4567-A90A-F7B8517E9327}"/>
              </a:ext>
            </a:extLst>
          </p:cNvPr>
          <p:cNvSpPr/>
          <p:nvPr/>
        </p:nvSpPr>
        <p:spPr>
          <a:xfrm>
            <a:off x="838200" y="3273643"/>
            <a:ext cx="52578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Audio Steganography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Secret data hidden inside sound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Difficult for humans to notice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7B2801-B59A-42B8-B2AC-0FC3BEC771D8}"/>
              </a:ext>
            </a:extLst>
          </p:cNvPr>
          <p:cNvSpPr/>
          <p:nvPr/>
        </p:nvSpPr>
        <p:spPr>
          <a:xfrm>
            <a:off x="6096000" y="3035131"/>
            <a:ext cx="52578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Text Steganography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Uses spaces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Invisible characters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Font changes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Word positioning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1CCB87-0761-42A3-BAE3-676A36783DA7}"/>
              </a:ext>
            </a:extLst>
          </p:cNvPr>
          <p:cNvSpPr/>
          <p:nvPr/>
        </p:nvSpPr>
        <p:spPr>
          <a:xfrm>
            <a:off x="838200" y="4578786"/>
            <a:ext cx="6096000" cy="20928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600" b="1"/>
              <a:t>Network Steganography</a:t>
            </a:r>
          </a:p>
          <a:p>
            <a:r>
              <a:rPr lang="en-US" sz="2600"/>
              <a:t>Hides information inside: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/>
              <a:t>TCP packets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/>
              <a:t>IP headers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/>
              <a:t>Network protocols</a:t>
            </a:r>
          </a:p>
        </p:txBody>
      </p:sp>
    </p:spTree>
    <p:extLst>
      <p:ext uri="{BB962C8B-B14F-4D97-AF65-F5344CB8AC3E}">
        <p14:creationId xmlns:p14="http://schemas.microsoft.com/office/powerpoint/2010/main" val="118361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C0E1-2663-4D0A-8C86-97EC99765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 vs Cryptography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A9D3E8-246E-421F-91F1-EF03D6346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040243"/>
              </p:ext>
            </p:extLst>
          </p:nvPr>
        </p:nvGraphicFramePr>
        <p:xfrm>
          <a:off x="838200" y="1690688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827416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159513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79044683"/>
                    </a:ext>
                  </a:extLst>
                </a:gridCol>
              </a:tblGrid>
              <a:tr h="356614">
                <a:tc>
                  <a:txBody>
                    <a:bodyPr/>
                    <a:lstStyle/>
                    <a:p>
                      <a:r>
                        <a:rPr lang="en-US" b="1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Cryptography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Steganography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4496011"/>
                  </a:ext>
                </a:extLst>
              </a:tr>
              <a:tr h="356614"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Hide data 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Hide data existence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870210"/>
                  </a:ext>
                </a:extLst>
              </a:tr>
              <a:tr h="356614">
                <a:tc>
                  <a:txBody>
                    <a:bodyPr/>
                    <a:lstStyle/>
                    <a:p>
                      <a:r>
                        <a:rPr lang="en-US"/>
                        <a:t>Visibility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Encrypted data is visible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Hidden data is invisible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695858"/>
                  </a:ext>
                </a:extLst>
              </a:tr>
              <a:tr h="356614">
                <a:tc>
                  <a:txBody>
                    <a:bodyPr/>
                    <a:lstStyle/>
                    <a:p>
                      <a:r>
                        <a:rPr lang="en-US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1141702"/>
                  </a:ext>
                </a:extLst>
              </a:tr>
              <a:tr h="356614">
                <a:tc>
                  <a:txBody>
                    <a:bodyPr/>
                    <a:lstStyle/>
                    <a:p>
                      <a:r>
                        <a:rPr lang="en-US"/>
                        <a:t>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Easy to detect encrypted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Difficult to detect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9368798"/>
                  </a:ext>
                </a:extLst>
              </a:tr>
              <a:tr h="356614">
                <a:tc>
                  <a:txBody>
                    <a:bodyPr/>
                    <a:lstStyle/>
                    <a:p>
                      <a:r>
                        <a:rPr lang="en-US"/>
                        <a:t>Data Capacity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 by cover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740533"/>
                  </a:ext>
                </a:extLst>
              </a:tr>
              <a:tr h="356614">
                <a:tc>
                  <a:txBody>
                    <a:bodyPr/>
                    <a:lstStyle/>
                    <a:p>
                      <a:r>
                        <a:rPr lang="en-US"/>
                        <a:t>Best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Secure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Secret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117967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997145B-5E91-4C6D-924C-651C4672F148}"/>
              </a:ext>
            </a:extLst>
          </p:cNvPr>
          <p:cNvSpPr/>
          <p:nvPr/>
        </p:nvSpPr>
        <p:spPr>
          <a:xfrm>
            <a:off x="2743200" y="4399994"/>
            <a:ext cx="67056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</a:t>
            </a:r>
          </a:p>
          <a:p>
            <a:pPr algn="just"/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Combine both techniques:</a:t>
            </a:r>
          </a:p>
          <a:p>
            <a:pPr algn="just">
              <a:buFont typeface="+mj-lt"/>
              <a:buAutoNum type="arabicPeriod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Encrypt the message. </a:t>
            </a:r>
          </a:p>
          <a:p>
            <a:pPr algn="just">
              <a:buFont typeface="+mj-lt"/>
              <a:buAutoNum type="arabicPeriod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Hide the encrypted message inside an image. </a:t>
            </a:r>
          </a:p>
          <a:p>
            <a:pPr algn="just"/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This provides two layers of security.</a:t>
            </a:r>
          </a:p>
        </p:txBody>
      </p:sp>
    </p:spTree>
    <p:extLst>
      <p:ext uri="{BB962C8B-B14F-4D97-AF65-F5344CB8AC3E}">
        <p14:creationId xmlns:p14="http://schemas.microsoft.com/office/powerpoint/2010/main" val="43454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B023-7E13-4925-A70D-15DB0AFAB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C78A-1C03-491A-A6DD-B7036C9A4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Online Banking 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HTTPS Websites 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Email Security 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VPN 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 </a:t>
            </a:r>
          </a:p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84B818-19DC-40F7-8AE6-DB2F53DD7701}"/>
              </a:ext>
            </a:extLst>
          </p:cNvPr>
          <p:cNvSpPr/>
          <p:nvPr/>
        </p:nvSpPr>
        <p:spPr>
          <a:xfrm>
            <a:off x="6096000" y="1825625"/>
            <a:ext cx="52578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Military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Copyright protection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Digital watermarking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Secret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Medical record security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agencies</a:t>
            </a:r>
          </a:p>
        </p:txBody>
      </p:sp>
    </p:spTree>
    <p:extLst>
      <p:ext uri="{BB962C8B-B14F-4D97-AF65-F5344CB8AC3E}">
        <p14:creationId xmlns:p14="http://schemas.microsoft.com/office/powerpoint/2010/main" val="2257325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16095-9BA4-4A31-9F11-057C7448C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F64A0-0DB0-4218-B04D-818B706FC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Very secure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Widely accepted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Supports authentication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Protects confidentiality 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Encrypted data attracts attention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Key management is difficult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overhead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9D3BB6-3173-4ADC-BA21-40E085CCC806}"/>
              </a:ext>
            </a:extLst>
          </p:cNvPr>
          <p:cNvSpPr/>
          <p:nvPr/>
        </p:nvSpPr>
        <p:spPr>
          <a:xfrm>
            <a:off x="6096000" y="1825625"/>
            <a:ext cx="52578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</a:t>
            </a:r>
          </a:p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Hidden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detect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Maintains normal appearance </a:t>
            </a:r>
          </a:p>
          <a:p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Limited storage capacity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Can be destroyed by image compression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Easier to break if discovered</a:t>
            </a:r>
          </a:p>
        </p:txBody>
      </p:sp>
    </p:spTree>
    <p:extLst>
      <p:ext uri="{BB962C8B-B14F-4D97-AF65-F5344CB8AC3E}">
        <p14:creationId xmlns:p14="http://schemas.microsoft.com/office/powerpoint/2010/main" val="1496109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91BE-9027-4644-9D3A-4444AF5C5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0AB618-68FC-4147-B7E4-0E7D70598D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7651" y="2382559"/>
            <a:ext cx="9656697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protects the </a:t>
            </a: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information.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 protects the </a:t>
            </a: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existence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information.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techniques play an essential role in modern cybersecurity.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cryptography and steganography together provides stronger security than using either one alone. </a:t>
            </a:r>
          </a:p>
        </p:txBody>
      </p:sp>
    </p:spTree>
    <p:extLst>
      <p:ext uri="{BB962C8B-B14F-4D97-AF65-F5344CB8AC3E}">
        <p14:creationId xmlns:p14="http://schemas.microsoft.com/office/powerpoint/2010/main" val="1663798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6803</TotalTime>
  <Words>547</Words>
  <Application>Microsoft Office PowerPoint</Application>
  <PresentationFormat>Widescreen</PresentationFormat>
  <Paragraphs>156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Steganography vs Cryptography: Hidden Security in the Digital World</vt:lpstr>
      <vt:lpstr>Introduction</vt:lpstr>
      <vt:lpstr>What is Cryptography?</vt:lpstr>
      <vt:lpstr>Types of Cryptography</vt:lpstr>
      <vt:lpstr>Types of Cryptography</vt:lpstr>
      <vt:lpstr>What is Steganography</vt:lpstr>
      <vt:lpstr>Types of Steganography</vt:lpstr>
      <vt:lpstr>Steganography vs Cryptography</vt:lpstr>
      <vt:lpstr>Applications</vt:lpstr>
      <vt:lpstr>Advantages and Limitations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Steganography vs Cryptography: Hidden Security in the Digital World</dc:title>
  <dc:creator>cryo zero</dc:creator>
  <cp:lastModifiedBy>cryo zero</cp:lastModifiedBy>
  <cp:revision>2</cp:revision>
  <dcterms:created xsi:type="dcterms:W3CDTF">2026-07-17T06:19:42Z</dcterms:created>
  <dcterms:modified xsi:type="dcterms:W3CDTF">2026-07-22T05:46:44Z</dcterms:modified>
</cp:coreProperties>
</file>