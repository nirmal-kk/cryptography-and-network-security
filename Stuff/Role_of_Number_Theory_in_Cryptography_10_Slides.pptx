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Role of Number Theory in Cryptography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Presentation</a:t>
            </a:r>
          </a:p>
          <a:p>
            <a:r>
              <a:t>10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Number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Study of integers and their properties</a:t>
            </a:r>
          </a:p>
          <a:p>
            <a:pPr>
              <a:defRPr sz="2400"/>
            </a:pPr>
            <a:r>
              <a:t>Prime numbers</a:t>
            </a:r>
          </a:p>
          <a:p>
            <a:pPr>
              <a:defRPr sz="2400"/>
            </a:pPr>
            <a:r>
              <a:t>Divisibility</a:t>
            </a:r>
          </a:p>
          <a:p>
            <a:pPr>
              <a:defRPr sz="2400"/>
            </a:pPr>
            <a:r>
              <a:t>Modular arithmetic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Euclid's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Finds GCD of two numbers efficiently</a:t>
            </a:r>
          </a:p>
          <a:p>
            <a:pPr>
              <a:defRPr sz="2400"/>
            </a:pPr>
            <a:r>
              <a:t>Example: GCD(48,18)=6</a:t>
            </a:r>
          </a:p>
          <a:p>
            <a:pPr>
              <a:defRPr sz="2400"/>
            </a:pPr>
            <a:r>
              <a:t>Time complexity: O(log 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Extended Euclid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Finds GCD and coefficients</a:t>
            </a:r>
          </a:p>
          <a:p>
            <a:pPr>
              <a:defRPr sz="2400"/>
            </a:pPr>
            <a:r>
              <a:t>Computes modular inverse</a:t>
            </a:r>
          </a:p>
          <a:p>
            <a:pPr>
              <a:defRPr sz="2400"/>
            </a:pPr>
            <a:r>
              <a:t>Essential for RSA key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Building blocks of cryptography</a:t>
            </a:r>
          </a:p>
          <a:p>
            <a:pPr>
              <a:defRPr sz="2400"/>
            </a:pPr>
            <a:r>
              <a:t>Large primes are difficult to factor</a:t>
            </a:r>
          </a:p>
          <a:p>
            <a:pPr>
              <a:defRPr sz="2400"/>
            </a:pPr>
            <a:r>
              <a:t>Used in public-key encryption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Euler's Totient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φ(n): count of integers coprime to n</a:t>
            </a:r>
          </a:p>
          <a:p>
            <a:pPr>
              <a:defRPr sz="2400"/>
            </a:pPr>
            <a:r>
              <a:t>Example: φ(9)=6</a:t>
            </a:r>
          </a:p>
          <a:p>
            <a:pPr>
              <a:defRPr sz="2400"/>
            </a:pPr>
            <a:r>
              <a:t>Used in Euler's theorem and RSA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Euler's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If gcd(a,n)=1, then a^φ(n) ≡ 1 (mod n)</a:t>
            </a:r>
          </a:p>
          <a:p>
            <a:pPr>
              <a:defRPr sz="2400"/>
            </a:pPr>
            <a:r>
              <a:t>Generalizes Fermat's Little Theorem</a:t>
            </a:r>
          </a:p>
          <a:p>
            <a:pPr>
              <a:defRPr sz="2400"/>
            </a:pPr>
            <a:r>
              <a:t>Basis for RSA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RSA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Key generation using primes</a:t>
            </a:r>
          </a:p>
          <a:p>
            <a:pPr>
              <a:defRPr sz="2400"/>
            </a:pPr>
            <a:r>
              <a:t>Public and private keys</a:t>
            </a:r>
          </a:p>
          <a:p>
            <a:pPr>
              <a:defRPr sz="2400"/>
            </a:pPr>
            <a:r>
              <a:t>Encryption and decryption with modular exponentiation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Secure web browsing (HTTPS)</a:t>
            </a:r>
          </a:p>
          <a:p>
            <a:pPr>
              <a:defRPr sz="2400"/>
            </a:pPr>
            <a:r>
              <a:t>Digital signatures</a:t>
            </a:r>
          </a:p>
          <a:p>
            <a:pPr>
              <a:defRPr sz="2400"/>
            </a:pPr>
            <a:r>
              <a:t>Banking and e-commerce</a:t>
            </a:r>
          </a:p>
          <a:p>
            <a:pPr>
              <a:defRPr sz="2400"/>
            </a:pPr>
            <a:r>
              <a:t>VPNs and secure messaging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Number theory is the foundation of modern cryptography</a:t>
            </a:r>
          </a:p>
          <a:p>
            <a:pPr>
              <a:defRPr sz="2400"/>
            </a:pPr>
            <a:r>
              <a:t>Euclid and Euler remain highly relevant</a:t>
            </a:r>
          </a:p>
          <a:p>
            <a:pPr>
              <a:defRPr sz="2400"/>
            </a:pPr>
            <a:r>
              <a:t>Future: post-quantum cryptography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